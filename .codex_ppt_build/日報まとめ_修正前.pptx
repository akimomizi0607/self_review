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aba64c8914323" /><Relationship Type="http://schemas.openxmlformats.org/officeDocument/2006/relationships/extended-properties" Target="/docProps/app.xml" Id="Rd2ef70256899465c" /><Relationship Type="http://schemas.openxmlformats.org/officeDocument/2006/relationships/officeDocument" Target="/ppt/presentation.xml" Id="Rf9285f17324e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792f5da814103"/>
  </p:sldMasterIdLst>
  <p:notesMasterIdLst>
    <p:notesMasterId xmlns:r="http://schemas.openxmlformats.org/officeDocument/2006/relationships" r:id="Rd7b5d821420048e5"/>
  </p:notesMasterIdLst>
  <p:sldIdLst>
    <p:sldId xmlns:r="http://schemas.openxmlformats.org/officeDocument/2006/relationships" id="256" r:id="Re5aeff42433742ce"/>
    <p:sldId xmlns:r="http://schemas.openxmlformats.org/officeDocument/2006/relationships" id="257" r:id="R321b2a42448d48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84067ee1f4d85" /><Relationship Type="http://schemas.openxmlformats.org/officeDocument/2006/relationships/slideMaster" Target="/ppt/slideMasters/slideMaster1.xml" Id="R4f4792f5da814103" /><Relationship Type="http://schemas.openxmlformats.org/officeDocument/2006/relationships/notesMaster" Target="/ppt/notesMasters/notesMaster1.xml" Id="Rd7b5d821420048e5" /><Relationship Type="http://schemas.openxmlformats.org/officeDocument/2006/relationships/presProps" Target="/ppt/presProps.xml" Id="Rf83026d870f448be" /><Relationship Type="http://schemas.openxmlformats.org/officeDocument/2006/relationships/tableStyles" Target="/ppt/tableStyles.xml" Id="R6cc2dbd010664e49" /><Relationship Type="http://schemas.openxmlformats.org/officeDocument/2006/relationships/slide" Target="/ppt/slides/slide1.xml" Id="Re5aeff42433742ce" /><Relationship Type="http://schemas.openxmlformats.org/officeDocument/2006/relationships/slide" Target="/ppt/slides/slide2.xml" Id="R321b2a42448d48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545bc2c79146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390221b2414010" /><Relationship Type="http://schemas.openxmlformats.org/officeDocument/2006/relationships/notesMaster" Target="/ppt/notesMasters/notesMaster1.xml" Id="R4df8c02e9ea1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c255aa7e8c433a" /><Relationship Type="http://schemas.openxmlformats.org/officeDocument/2006/relationships/notesMaster" Target="/ppt/notesMasters/notesMaster1.xml" Id="R55b4301a782c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進行度・理解度は本人の自己評価。環境構築結果は先生に確認済み。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未確認の項目は完了とせず、必要なら次回に確認する。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92d9c3411a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dbfeefdcc479f" /><Relationship Type="http://schemas.openxmlformats.org/officeDocument/2006/relationships/slideLayout" Target="/ppt/slideLayouts/slideLayout1.xml" Id="Re7975e283627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975e283627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964bb624f466d" /><Relationship Type="http://schemas.openxmlformats.org/officeDocument/2006/relationships/notesSlide" Target="/ppt/notesSlides/notesSlide1.xml" Id="Raf267433b2ef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c802102504909" /><Relationship Type="http://schemas.openxmlformats.org/officeDocument/2006/relationships/notesSlide" Target="/ppt/notesSlides/notesSlide2.xml" Id="R8aa7c15b22fb40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A55FB-40EE-4B64-AB09-75FCF4D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第1週 日報｜作業と自己評価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75946-FA9A-4FA2-876B-996ADCE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自分レビュー　｜　2026年9月25日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D5C82-1B7E-4207-9896-8FBDA9A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今日の作業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86396-B36A-4825-8B11-E222F60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・要件定義・基本設計とPC／スマートフォン画面案を整理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・発表用PowerPoint（要件定義＋基本設計の2枚）を作成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・Python、pip、Git、.venv、Flaskを準備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・一時的なFlask確認ページをブラウザーに表示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5DFBB-A1A4-46BA-B472-617BF02D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本人の自己評価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1E9A0-5F38-4649-8E0F-C4440BCA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作業進行度　20％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BF9F9-0677-4109-BD5C-4C63A18E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理解度　制作物 60％　／　技術 0％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9EEF9-C71A-4AEA-BC1E-091B9AF9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分かったこと　設計の進め方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7247-52DB-4819-9DFA-E58F7A6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29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まだよく分からないこと　技術面全般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154EB-62F6-4DD1-93B2-3EB936D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環境構築の結果：先生の確認済み</a:t>
            </a:r>
          </a:p>
        </p:txBody>
      </p:sp>
    </p:spTree>
    <p:extLst>
      <p:ext uri="{BB962C8B-B14F-4D97-AF65-F5344CB8AC3E}">
        <p14:creationId xmlns:p14="http://schemas.microsoft.com/office/powerpoint/2010/main" val="1303415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29F26-DEFA-4248-9638-B796AEA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環境準備・次回の予定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ABE4A-CFA5-412A-8673-FD1528A5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準備・動作確認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60CCC-9496-4254-9B3F-BC846104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Python 3.14.7・pip 26.2.1　確認済み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Git 2.54.0　確認済み（第1週はコミットなし）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.venv作成・Flask 3.1.3の読み込み　確認済み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一時的な確認ページ　ブラウザー表示済み。サーバー停止済み。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ChatGPT Plus・Chatタブ　未確認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1304-74C3-4E24-B587-0306508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次回やること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98674-A079-4B1E-9DDE-FD3A0478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1　環境が使える状態か確認する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2　設計に沿って実装を進める大まかな筋道を確認する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未確認：ChatGPT Plusの契約状態・Chatタブの利用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Gitリポジトリの初期化・コミットはしていない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40253-F3A2-4DF9-8E06-FBECC10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背景 #ECFAFF　　文字 #20526B　　アクセント #E97832</a:t>
            </a:r>
          </a:p>
        </p:txBody>
      </p:sp>
    </p:spTree>
    <p:extLst>
      <p:ext uri="{BB962C8B-B14F-4D97-AF65-F5344CB8AC3E}">
        <p14:creationId xmlns:p14="http://schemas.microsoft.com/office/powerpoint/2010/main" val="191864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2026-09-25T07:36:54.3080000Z</dcterms:created>
  <dcterms:modified xsi:type="dcterms:W3CDTF">2026-09-25T07:36:54.3080000Z</dcterms:modified>
</coreProperties>
</file>