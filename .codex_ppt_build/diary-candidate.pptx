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3bcb51c96249a9" /><Relationship Type="http://schemas.openxmlformats.org/officeDocument/2006/relationships/extended-properties" Target="/docProps/app.xml" Id="Re26d68c4f095467e" /><Relationship Type="http://schemas.openxmlformats.org/officeDocument/2006/relationships/officeDocument" Target="/ppt/presentation.xml" Id="Rcb59a111bab8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12ecff21c84c5b"/>
  </p:sldMasterIdLst>
  <p:notesMasterIdLst>
    <p:notesMasterId xmlns:r="http://schemas.openxmlformats.org/officeDocument/2006/relationships" r:id="R6a93ab3a329242ed"/>
  </p:notesMasterIdLst>
  <p:sldIdLst>
    <p:sldId xmlns:r="http://schemas.openxmlformats.org/officeDocument/2006/relationships" id="256" r:id="R56c0877efb8944e6"/>
    <p:sldId xmlns:r="http://schemas.openxmlformats.org/officeDocument/2006/relationships" id="257" r:id="Rfae3368688b7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d1cf3a0774fc6" /><Relationship Type="http://schemas.openxmlformats.org/officeDocument/2006/relationships/slideMaster" Target="/ppt/slideMasters/slideMaster1.xml" Id="R1812ecff21c84c5b" /><Relationship Type="http://schemas.openxmlformats.org/officeDocument/2006/relationships/notesMaster" Target="/ppt/notesMasters/notesMaster1.xml" Id="R6a93ab3a329242ed" /><Relationship Type="http://schemas.openxmlformats.org/officeDocument/2006/relationships/presProps" Target="/ppt/presProps.xml" Id="Rb3a6c8dd01c44ddd" /><Relationship Type="http://schemas.openxmlformats.org/officeDocument/2006/relationships/tableStyles" Target="/ppt/tableStyles.xml" Id="Rddd964ee113143f4" /><Relationship Type="http://schemas.openxmlformats.org/officeDocument/2006/relationships/slide" Target="/ppt/slides/slide1.xml" Id="R56c0877efb8944e6" /><Relationship Type="http://schemas.openxmlformats.org/officeDocument/2006/relationships/slide" Target="/ppt/slides/slide2.xml" Id="Rfae3368688b7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6c1819201f4f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f7cf8a7c424610" /><Relationship Type="http://schemas.openxmlformats.org/officeDocument/2006/relationships/notesMaster" Target="/ppt/notesMasters/notesMaster1.xml" Id="R4f59c09f0a9349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4e94643a5d448e" /><Relationship Type="http://schemas.openxmlformats.org/officeDocument/2006/relationships/notesMaster" Target="/ppt/notesMasters/notesMaster1.xml" Id="R293e5682033c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進行度・理解度は本人の自己評価。環境構築結果は先生に確認済み。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未確認の項目は完了とせず、必要なら次回に確認する。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39bade75c64c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ddcc9b17d24865" /><Relationship Type="http://schemas.openxmlformats.org/officeDocument/2006/relationships/slideLayout" Target="/ppt/slideLayouts/slideLayout1.xml" Id="R915d4a50be674d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5d4a50be674d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f5b717e334113" /><Relationship Type="http://schemas.openxmlformats.org/officeDocument/2006/relationships/notesSlide" Target="/ppt/notesSlides/notesSlide1.xml" Id="Rf0ac7352d11e47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40ff762fd4291" /><Relationship Type="http://schemas.openxmlformats.org/officeDocument/2006/relationships/notesSlide" Target="/ppt/notesSlides/notesSlide2.xml" Id="Rc68e2113b5e3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43AFF-B915-45CF-B352-4DD39B93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第1週 日報｜作業と自己評価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27796-017C-4576-ADA2-5D1586C8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15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自分レビュー　｜　2026年9月25日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2DEBC-E4C6-4058-A1D1-728C4D9E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今日の作業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CCE4F3-1B55-4AE4-8D30-CFEE3B0C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47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・要件定義・基本設計とPC／スマートフォン画面案を整理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・発表用PowerPoint（要件定義＋基本設計の2枚）を作成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・Python、pip、Git、.venv、Flaskを準備</a:t>
            </a:r>
          </a:p>
          <a:p xmlns:a="http://schemas.openxmlformats.org/drawingml/2006/main">
            <a:pPr algn="l">
              <a:defRPr sz="18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8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・一時的なFlask確認ページをブラウザーに表示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18700-6986-4B7C-9A1F-D476A7AA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526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本人の自己評価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F09A2-4057-4902-B67E-B742410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669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7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作業進行度　20％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41807-D470-43AB-853A-869BF218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理解度　制作物 60％　／　技術 0％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38E77-0DE1-4590-9B3B-7C84E308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分かったこと　設計の進め方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DD0DA-6EB4-4C6F-8EED-900D750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29100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まだよく分からないこと　技術面全般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8D2B9-7152-456C-AACE-9AF0090A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674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環境構築の結果：先生の確認済み</a:t>
            </a:r>
          </a:p>
        </p:txBody>
      </p:sp>
    </p:spTree>
    <p:extLst>
      <p:ext uri="{BB962C8B-B14F-4D97-AF65-F5344CB8AC3E}">
        <p14:creationId xmlns:p14="http://schemas.microsoft.com/office/powerpoint/2010/main" val="1233247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134DB-B9DC-40F4-BCE6-8B4854C1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1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環境準備・次回の予定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D1FA8-BCD9-4358-A824-53639343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準備・動作確認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F7922-3E51-430B-8DAA-53F67C1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Python 3.14.7・pip 26.2.1　確認済み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Git 2.54.0　確認済み（第1週はコミットなし）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.venv作成・Flask 3.1.3の読み込み　確認済み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一時的な確認ページ　ブラウザー表示済み。サーバー停止済み。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ChatGPT Plus・Chatタブ　未確認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14151-7440-47F8-A74A-6C6A6662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573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20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次回やること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1F88E-89B9-46F1-9E1A-92DBAA45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52600"/>
            <a:ext cx="5143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1　環境が使える状態か確認する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2　設計に沿って実装を進める大まかな筋道を確認する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未確認：ChatGPT Plusの契約状態・Chatタブの利用</a:t>
            </a:r>
          </a:p>
          <a:p xmlns:a="http://schemas.openxmlformats.org/drawingml/2006/main">
            <a:pPr algn="l">
              <a:defRPr sz="172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Gitリポジトリの初期化・コミットはしていない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431350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2026-09-25T07:41:36.2510000Z</dcterms:created>
  <dcterms:modified xsi:type="dcterms:W3CDTF">2026-09-25T07:41:36.2510000Z</dcterms:modified>
</coreProperties>
</file>