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998241080cf4f7f" /><Relationship Type="http://schemas.openxmlformats.org/officeDocument/2006/relationships/extended-properties" Target="/docProps/app.xml" Id="Rc60748c4f7864343" /><Relationship Type="http://schemas.openxmlformats.org/officeDocument/2006/relationships/officeDocument" Target="/ppt/presentation.xml" Id="R5587a6239d8649c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92cb3df5fa64ada"/>
  </p:sldMasterIdLst>
  <p:notesMasterIdLst>
    <p:notesMasterId xmlns:r="http://schemas.openxmlformats.org/officeDocument/2006/relationships" r:id="R4190dbf77a6a4c61"/>
  </p:notesMasterIdLst>
  <p:sldIdLst>
    <p:sldId xmlns:r="http://schemas.openxmlformats.org/officeDocument/2006/relationships" id="256" r:id="R4f7e8c1da35f4240"/>
    <p:sldId xmlns:r="http://schemas.openxmlformats.org/officeDocument/2006/relationships" id="257" r:id="Rb15ebd51b00f44b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41a520385524ab4" /><Relationship Type="http://schemas.openxmlformats.org/officeDocument/2006/relationships/slideMaster" Target="/ppt/slideMasters/slideMaster1.xml" Id="R892cb3df5fa64ada" /><Relationship Type="http://schemas.openxmlformats.org/officeDocument/2006/relationships/notesMaster" Target="/ppt/notesMasters/notesMaster1.xml" Id="R4190dbf77a6a4c61" /><Relationship Type="http://schemas.openxmlformats.org/officeDocument/2006/relationships/presProps" Target="/ppt/presProps.xml" Id="R57b421781a5143e3" /><Relationship Type="http://schemas.openxmlformats.org/officeDocument/2006/relationships/tableStyles" Target="/ppt/tableStyles.xml" Id="R4a5e5210733f4e45" /><Relationship Type="http://schemas.openxmlformats.org/officeDocument/2006/relationships/slide" Target="/ppt/slides/slide1.xml" Id="R4f7e8c1da35f4240" /><Relationship Type="http://schemas.openxmlformats.org/officeDocument/2006/relationships/slide" Target="/ppt/slides/slide2.xml" Id="Rb15ebd51b00f44b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e853a9093224c7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fee6f8e982f467c" /><Relationship Type="http://schemas.openxmlformats.org/officeDocument/2006/relationships/notesMaster" Target="/ppt/notesMasters/notesMaster1.xml" Id="Re2e83c00d52c4a2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27b3b1cf8cf4e2a" /><Relationship Type="http://schemas.openxmlformats.org/officeDocument/2006/relationships/notesMaster" Target="/ppt/notesMasters/notesMaster1.xml" Id="R5114dd5a07214c9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アプリの目的と機能は、学生との相談で決めた内容。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数値、日付、投稿文は画面イメージ用のサンプル。画像・メールの仕様は授業の進み具合に合わせて見直す。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6343f6649240e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b27921957194b5b" /><Relationship Type="http://schemas.openxmlformats.org/officeDocument/2006/relationships/slideLayout" Target="/ppt/slideLayouts/slideLayout1.xml" Id="R0cc8d68bf0bf402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cc8d68bf0bf402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330d92f0f84e1c" /><Relationship Type="http://schemas.openxmlformats.org/officeDocument/2006/relationships/notesSlide" Target="/ppt/notesSlides/notesSlide1.xml" Id="R5689ecb5410141b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eea156af0a45cf" /><Relationship Type="http://schemas.openxmlformats.org/officeDocument/2006/relationships/image" Target="/ppt/media/image.png" Id="R2c42b389ede142d7" /><Relationship Type="http://schemas.openxmlformats.org/officeDocument/2006/relationships/notesSlide" Target="/ppt/notesSlides/notesSlide2.xml" Id="R003486d51dff4aa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EC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8441B0-B370-4CCF-913E-9D858F59C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0526B"/>
                </a:solidFill>
                <a:latin typeface="Meiryo"/>
                <a:ea typeface="Meiryo"/>
                <a:cs typeface="Meiryo"/>
              </a:defRPr>
            </a:pPr>
            <a:r>
              <a:rPr sz="3300" b="1">
                <a:solidFill>
                  <a:srgbClr val="20526B"/>
                </a:solidFill>
                <a:latin typeface="Meiryo"/>
                <a:ea typeface="Meiryo"/>
                <a:cs typeface="Meiryo"/>
              </a:rPr>
              <a:t>自分レビューの要件定義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A6451D-078B-42B3-92B2-20C0CFCF8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952500"/>
            <a:ext cx="11049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0526B"/>
                </a:solidFill>
                <a:latin typeface="Meiryo"/>
                <a:ea typeface="Meiryo"/>
                <a:cs typeface="Meiryo"/>
              </a:defRPr>
            </a:pPr>
            <a:r>
              <a:rPr sz="2100" b="1">
                <a:solidFill>
                  <a:srgbClr val="20526B"/>
                </a:solidFill>
                <a:latin typeface="Meiryo"/>
                <a:ea typeface="Meiryo"/>
                <a:cs typeface="Meiryo"/>
              </a:rPr>
              <a:t>自分の一日を記録し、星とグラフで振り返る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9968D6-11E1-40D9-B499-BD98FDB5B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61925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E97832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E97832"/>
                </a:solidFill>
                <a:latin typeface="Meiryo"/>
                <a:ea typeface="Meiryo"/>
                <a:cs typeface="Meiryo"/>
              </a:rPr>
              <a:t>基本機能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355EEB-1CBD-4EF8-A8C6-961605052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038350"/>
            <a:ext cx="5286375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526B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20526B"/>
                </a:solidFill>
                <a:latin typeface="Meiryo"/>
                <a:ea typeface="Meiryo"/>
                <a:cs typeface="Meiryo"/>
              </a:rPr>
              <a:t>・一日の出来事を投稿（文章は必須）</a:t>
            </a:r>
          </a:p>
          <a:p xmlns:a="http://schemas.openxmlformats.org/drawingml/2006/main">
            <a:pPr algn="l">
              <a:defRPr sz="1650" b="1">
                <a:solidFill>
                  <a:srgbClr val="20526B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20526B"/>
                </a:solidFill>
                <a:latin typeface="Meiryo"/>
                <a:ea typeface="Meiryo"/>
                <a:cs typeface="Meiryo"/>
              </a:rPr>
              <a:t>・星評価はスレッド設定に応じて入力</a:t>
            </a:r>
          </a:p>
          <a:p xmlns:a="http://schemas.openxmlformats.org/drawingml/2006/main">
            <a:pPr algn="l">
              <a:defRPr sz="1650" b="1">
                <a:solidFill>
                  <a:srgbClr val="20526B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20526B"/>
                </a:solidFill>
                <a:latin typeface="Meiryo"/>
                <a:ea typeface="Meiryo"/>
                <a:cs typeface="Meiryo"/>
              </a:rPr>
              <a:t>・画像は任意：JPG／PNGを最大4枚、各5MBまで</a:t>
            </a:r>
          </a:p>
          <a:p xmlns:a="http://schemas.openxmlformats.org/drawingml/2006/main">
            <a:pPr algn="l">
              <a:defRPr sz="1650" b="1">
                <a:solidFill>
                  <a:srgbClr val="20526B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20526B"/>
                </a:solidFill>
                <a:latin typeface="Meiryo"/>
                <a:ea typeface="Meiryo"/>
                <a:cs typeface="Meiryo"/>
              </a:rPr>
              <a:t>・日別平均を折れ線、投稿数を棒で表示</a:t>
            </a:r>
          </a:p>
          <a:p xmlns:a="http://schemas.openxmlformats.org/drawingml/2006/main">
            <a:pPr algn="l">
              <a:defRPr sz="1650" b="1">
                <a:solidFill>
                  <a:srgbClr val="20526B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20526B"/>
                </a:solidFill>
                <a:latin typeface="Meiryo"/>
                <a:ea typeface="Meiryo"/>
                <a:cs typeface="Meiryo"/>
              </a:rPr>
              <a:t>・全体評価は日別平均の平均。日ごとを同じ重さで集計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F8F54A-9800-4BB4-99A9-C3414AF2C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523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E97832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E97832"/>
                </a:solidFill>
                <a:latin typeface="Meiryo"/>
                <a:ea typeface="Meiryo"/>
                <a:cs typeface="Meiryo"/>
              </a:rPr>
              <a:t>スレッド設定・通知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B0A1AC-A67C-4CA5-B2C8-B5028D2EC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38350"/>
            <a:ext cx="5238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526B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20526B"/>
                </a:solidFill>
                <a:latin typeface="Meiryo"/>
                <a:ea typeface="Meiryo"/>
                <a:cs typeface="Meiryo"/>
              </a:rPr>
              <a:t>・初期スレッド「一日の評価」は削除不可</a:t>
            </a:r>
          </a:p>
          <a:p xmlns:a="http://schemas.openxmlformats.org/drawingml/2006/main">
            <a:pPr algn="l">
              <a:defRPr sz="1650" b="1">
                <a:solidFill>
                  <a:srgbClr val="20526B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20526B"/>
                </a:solidFill>
                <a:latin typeface="Meiryo"/>
                <a:ea typeface="Meiryo"/>
                <a:cs typeface="Meiryo"/>
              </a:rPr>
              <a:t>・新規スレッドは星集計ON／1時間削除OFF</a:t>
            </a:r>
          </a:p>
          <a:p xmlns:a="http://schemas.openxmlformats.org/drawingml/2006/main">
            <a:pPr algn="l">
              <a:defRPr sz="1650" b="1">
                <a:solidFill>
                  <a:srgbClr val="20526B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20526B"/>
                </a:solidFill>
                <a:latin typeface="Meiryo"/>
                <a:ea typeface="Meiryo"/>
                <a:cs typeface="Meiryo"/>
              </a:rPr>
              <a:t>・1時間削除ONなら星集計OFF。本文・画像を削除</a:t>
            </a:r>
          </a:p>
          <a:p xmlns:a="http://schemas.openxmlformats.org/drawingml/2006/main">
            <a:pPr algn="l">
              <a:defRPr sz="1650" b="1">
                <a:solidFill>
                  <a:srgbClr val="20526B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20526B"/>
                </a:solidFill>
                <a:latin typeface="Meiryo"/>
                <a:ea typeface="Meiryo"/>
                <a:cs typeface="Meiryo"/>
              </a:rPr>
              <a:t>・22時にメール通知（初期設定：毎晩）</a:t>
            </a:r>
          </a:p>
          <a:p xmlns:a="http://schemas.openxmlformats.org/drawingml/2006/main">
            <a:pPr algn="l">
              <a:defRPr sz="1650" b="1">
                <a:solidFill>
                  <a:srgbClr val="20526B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20526B"/>
                </a:solidFill>
                <a:latin typeface="Meiryo"/>
                <a:ea typeface="Meiryo"/>
                <a:cs typeface="Meiryo"/>
              </a:rPr>
              <a:t>・PCとアプリサーバー稼働中に送信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F45284-9B19-40AF-BA55-1C1A11E01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095875"/>
            <a:ext cx="1104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97832"/>
                </a:solidFill>
                <a:latin typeface="Meiryo"/>
                <a:ea typeface="Meiryo"/>
                <a:cs typeface="Meiryo"/>
              </a:defRPr>
            </a:pPr>
            <a:r>
              <a:rPr sz="1725" b="1">
                <a:solidFill>
                  <a:srgbClr val="E97832"/>
                </a:solidFill>
                <a:latin typeface="Meiryo"/>
                <a:ea typeface="Meiryo"/>
                <a:cs typeface="Meiryo"/>
              </a:rPr>
              <a:t>第5週の候補（第4週までの進み具合で再検討）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C8C26E-A2A8-48B8-ABEA-61B7858F0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448300"/>
            <a:ext cx="11049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0526B"/>
                </a:solidFill>
                <a:latin typeface="Meiryo"/>
                <a:ea typeface="Meiryo"/>
                <a:cs typeface="Meiryo"/>
              </a:defRPr>
            </a:pPr>
            <a:r>
              <a:rPr sz="1575" b="1">
                <a:solidFill>
                  <a:srgbClr val="20526B"/>
                </a:solidFill>
                <a:latin typeface="Meiryo"/>
                <a:ea typeface="Meiryo"/>
                <a:cs typeface="Meiryo"/>
              </a:rPr>
              <a:t>第一候補：1時間で消えるスレッド　／　候補：画像投稿・22時メール通知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F8D8B8-D321-4540-872C-9A43F0D42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53150"/>
            <a:ext cx="1104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0526B"/>
                </a:solidFill>
                <a:latin typeface="Meiryo"/>
                <a:ea typeface="Meiryo"/>
                <a:cs typeface="Meiryo"/>
              </a:defRPr>
            </a:pPr>
            <a:r>
              <a:rPr sz="1575" b="1">
                <a:solidFill>
                  <a:srgbClr val="20526B"/>
                </a:solidFill>
                <a:latin typeface="Meiryo"/>
                <a:ea typeface="Meiryo"/>
                <a:cs typeface="Meiryo"/>
              </a:rPr>
              <a:t>配色：背景 #ECFAFF　文字 #20526B　アクセント #E97832</a:t>
            </a:r>
          </a:p>
        </p:txBody>
      </p:sp>
    </p:spTree>
    <p:extLst>
      <p:ext uri="{BB962C8B-B14F-4D97-AF65-F5344CB8AC3E}">
        <p14:creationId xmlns:p14="http://schemas.microsoft.com/office/powerpoint/2010/main" val="49017969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ECFA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747F3F-39BF-4B63-9AC8-B2B579214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2900"/>
            <a:ext cx="1104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0526B"/>
                </a:solidFill>
                <a:latin typeface="Meiryo"/>
                <a:ea typeface="Meiryo"/>
                <a:cs typeface="Meiryo"/>
              </a:defRPr>
            </a:pPr>
            <a:r>
              <a:rPr sz="3300" b="1">
                <a:solidFill>
                  <a:srgbClr val="20526B"/>
                </a:solidFill>
                <a:latin typeface="Meiryo"/>
                <a:ea typeface="Meiryo"/>
                <a:cs typeface="Meiryo"/>
              </a:rPr>
              <a:t>画面イメージと保存データ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42b389ede142d7"/>
          <a:stretch xmlns:a="http://schemas.openxmlformats.org/drawingml/2006/main"/>
        </p:blipFill>
        <p:spPr>
          <a:xfrm xmlns:a="http://schemas.openxmlformats.org/drawingml/2006/main">
            <a:off x="458124" y="1066800"/>
            <a:ext cx="7237152" cy="40576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666D5E-0D24-45D0-810C-869C26091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1239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E97832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E97832"/>
                </a:solidFill>
                <a:latin typeface="Meiryo"/>
                <a:ea typeface="Meiryo"/>
                <a:cs typeface="Meiryo"/>
              </a:rPr>
              <a:t>操作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25E08E-BFC1-4358-96DA-11D8BF432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43050"/>
            <a:ext cx="34290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526B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20526B"/>
                </a:solidFill>
                <a:latin typeface="Meiryo"/>
                <a:ea typeface="Meiryo"/>
                <a:cs typeface="Meiryo"/>
              </a:rPr>
              <a:t>スレッドを選び、文章・必要な星・任意の画像を投稿。</a:t>
            </a:r>
          </a:p>
          <a:p xmlns:a="http://schemas.openxmlformats.org/drawingml/2006/main">
            <a:pPr algn="l">
              <a:defRPr sz="1650" b="1">
                <a:solidFill>
                  <a:srgbClr val="20526B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20526B"/>
                </a:solidFill>
                <a:latin typeface="Meiryo"/>
                <a:ea typeface="Meiryo"/>
                <a:cs typeface="Meiryo"/>
              </a:rPr>
              <a:t>投稿はスレッド内で確認。日付が変わると日別平均を更新。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D4826C-4D6B-4BD5-902A-2CD38F1CF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5755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E97832"/>
                </a:solidFill>
                <a:latin typeface="Meiryo"/>
                <a:ea typeface="Meiryo"/>
                <a:cs typeface="Meiryo"/>
              </a:defRPr>
            </a:pPr>
            <a:r>
              <a:rPr sz="1950" b="1">
                <a:solidFill>
                  <a:srgbClr val="E97832"/>
                </a:solidFill>
                <a:latin typeface="Meiryo"/>
                <a:ea typeface="Meiryo"/>
                <a:cs typeface="Meiryo"/>
              </a:rPr>
              <a:t>保存する情報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2D4B55-E8CE-4A58-BB99-1BC32007D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676650"/>
            <a:ext cx="342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526B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20526B"/>
                </a:solidFill>
                <a:latin typeface="Meiryo"/>
                <a:ea typeface="Meiryo"/>
                <a:cs typeface="Meiryo"/>
              </a:rPr>
              <a:t>投稿：日付・時刻・スレッド・文章・星・画像名</a:t>
            </a:r>
          </a:p>
          <a:p xmlns:a="http://schemas.openxmlformats.org/drawingml/2006/main">
            <a:pPr algn="l">
              <a:defRPr sz="1650" b="1">
                <a:solidFill>
                  <a:srgbClr val="20526B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20526B"/>
                </a:solidFill>
                <a:latin typeface="Meiryo"/>
                <a:ea typeface="Meiryo"/>
                <a:cs typeface="Meiryo"/>
              </a:rPr>
              <a:t>スレッド：名前・星集計・1時間削除の設定</a:t>
            </a:r>
          </a:p>
          <a:p xmlns:a="http://schemas.openxmlformats.org/drawingml/2006/main">
            <a:pPr algn="l">
              <a:defRPr sz="1650" b="1">
                <a:solidFill>
                  <a:srgbClr val="20526B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20526B"/>
                </a:solidFill>
                <a:latin typeface="Meiryo"/>
                <a:ea typeface="Meiryo"/>
                <a:cs typeface="Meiryo"/>
              </a:rPr>
              <a:t>文章と設定はJSON、画像はファイルとして保存。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618D15-0455-4CF3-96B8-72F8EAE03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953125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0526B"/>
                </a:solidFill>
                <a:latin typeface="Meiryo"/>
                <a:ea typeface="Meiryo"/>
                <a:cs typeface="Meiryo"/>
              </a:defRPr>
            </a:pPr>
            <a:r>
              <a:rPr sz="1650" b="1">
                <a:solidFill>
                  <a:srgbClr val="20526B"/>
                </a:solidFill>
                <a:latin typeface="Meiryo"/>
                <a:ea typeface="Meiryo"/>
                <a:cs typeface="Meiryo"/>
              </a:rPr>
              <a:t>画面の日付・評価・投稿はイメージ用のサンプル</a:t>
            </a:r>
          </a:p>
        </p:txBody>
      </p:sp>
    </p:spTree>
    <p:extLst>
      <p:ext uri="{BB962C8B-B14F-4D97-AF65-F5344CB8AC3E}">
        <p14:creationId xmlns:p14="http://schemas.microsoft.com/office/powerpoint/2010/main" val="8136611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2026-09-25T06:59:20.8030000Z</dcterms:created>
  <dcterms:modified xsi:type="dcterms:W3CDTF">2026-09-25T06:59:20.8040000Z</dcterms:modified>
</coreProperties>
</file>